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d6d9802ef04107" /><Relationship Type="http://schemas.openxmlformats.org/officeDocument/2006/relationships/extended-properties" Target="/docProps/app.xml" Id="Rbac4e3fb10c84573" /><Relationship Type="http://schemas.openxmlformats.org/officeDocument/2006/relationships/officeDocument" Target="/ppt/presentation.xml" Id="R75d1787413054b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ff2713d12a44ca"/>
  </p:sldMasterIdLst>
  <p:notesMasterIdLst>
    <p:notesMasterId xmlns:r="http://schemas.openxmlformats.org/officeDocument/2006/relationships" r:id="R801f30b63e1640e7"/>
  </p:notesMasterIdLst>
  <p:sldIdLst>
    <p:sldId xmlns:r="http://schemas.openxmlformats.org/officeDocument/2006/relationships" id="256" r:id="R0398184834dc495b"/>
    <p:sldId xmlns:r="http://schemas.openxmlformats.org/officeDocument/2006/relationships" id="257" r:id="R4cf6cc417a2d49db"/>
    <p:sldId xmlns:r="http://schemas.openxmlformats.org/officeDocument/2006/relationships" id="258" r:id="R78df0d0b4f334ceb"/>
    <p:sldId xmlns:r="http://schemas.openxmlformats.org/officeDocument/2006/relationships" id="259" r:id="R643b01cfe49040a8"/>
    <p:sldId xmlns:r="http://schemas.openxmlformats.org/officeDocument/2006/relationships" id="260" r:id="R8cd09e3957d845ff"/>
    <p:sldId xmlns:r="http://schemas.openxmlformats.org/officeDocument/2006/relationships" id="261" r:id="R00c59875adc947c3"/>
    <p:sldId xmlns:r="http://schemas.openxmlformats.org/officeDocument/2006/relationships" id="262" r:id="R6193e1dbffed40e7"/>
    <p:sldId xmlns:r="http://schemas.openxmlformats.org/officeDocument/2006/relationships" id="263" r:id="R7eee1e70d56948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ec2b51df554b11" /><Relationship Type="http://schemas.openxmlformats.org/officeDocument/2006/relationships/slideMaster" Target="/ppt/slideMasters/slideMaster1.xml" Id="R41ff2713d12a44ca" /><Relationship Type="http://schemas.openxmlformats.org/officeDocument/2006/relationships/notesMaster" Target="/ppt/notesMasters/notesMaster1.xml" Id="R801f30b63e1640e7" /><Relationship Type="http://schemas.openxmlformats.org/officeDocument/2006/relationships/presProps" Target="/ppt/presProps.xml" Id="R869469a36d88467d" /><Relationship Type="http://schemas.openxmlformats.org/officeDocument/2006/relationships/viewProps" Target="/ppt/viewProps.xml" Id="R65d2a9a461a34381" /><Relationship Type="http://schemas.openxmlformats.org/officeDocument/2006/relationships/tableStyles" Target="/ppt/tableStyles.xml" Id="Rb5e3034336e94abd" /><Relationship Type="http://schemas.openxmlformats.org/officeDocument/2006/relationships/slide" Target="/ppt/slides/slide1.xml" Id="R0398184834dc495b" /><Relationship Type="http://schemas.openxmlformats.org/officeDocument/2006/relationships/slide" Target="/ppt/slides/slide2.xml" Id="R4cf6cc417a2d49db" /><Relationship Type="http://schemas.openxmlformats.org/officeDocument/2006/relationships/slide" Target="/ppt/slides/slide3.xml" Id="R78df0d0b4f334ceb" /><Relationship Type="http://schemas.openxmlformats.org/officeDocument/2006/relationships/slide" Target="/ppt/slides/slide4.xml" Id="R643b01cfe49040a8" /><Relationship Type="http://schemas.openxmlformats.org/officeDocument/2006/relationships/slide" Target="/ppt/slides/slide5.xml" Id="R8cd09e3957d845ff" /><Relationship Type="http://schemas.openxmlformats.org/officeDocument/2006/relationships/slide" Target="/ppt/slides/slide6.xml" Id="R00c59875adc947c3" /><Relationship Type="http://schemas.openxmlformats.org/officeDocument/2006/relationships/slide" Target="/ppt/slides/slide7.xml" Id="R6193e1dbffed40e7" /><Relationship Type="http://schemas.openxmlformats.org/officeDocument/2006/relationships/slide" Target="/ppt/slides/slide8.xml" Id="R7eee1e70d56948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c89d740b8841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4a5ba0bbac4b5d" /><Relationship Type="http://schemas.openxmlformats.org/officeDocument/2006/relationships/notesMaster" Target="/ppt/notesMasters/notesMaster1.xml" Id="Red3a99abd3474e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9a8995a57241cf" /><Relationship Type="http://schemas.openxmlformats.org/officeDocument/2006/relationships/notesMaster" Target="/ppt/notesMasters/notesMaster1.xml" Id="R1cc8f32bcd8e41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79c8479ade42bd" /><Relationship Type="http://schemas.openxmlformats.org/officeDocument/2006/relationships/notesMaster" Target="/ppt/notesMasters/notesMaster1.xml" Id="R066c0971b42448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725dea86f4c50" /><Relationship Type="http://schemas.openxmlformats.org/officeDocument/2006/relationships/notesMaster" Target="/ppt/notesMasters/notesMaster1.xml" Id="Rd4f9974b866b41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ff875dcc9d4ca9" /><Relationship Type="http://schemas.openxmlformats.org/officeDocument/2006/relationships/notesMaster" Target="/ppt/notesMasters/notesMaster1.xml" Id="R91099eee5e3b4c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ec582432414e5a" /><Relationship Type="http://schemas.openxmlformats.org/officeDocument/2006/relationships/notesMaster" Target="/ppt/notesMasters/notesMaster1.xml" Id="R42daa8d84c9b43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12096c3624882" /><Relationship Type="http://schemas.openxmlformats.org/officeDocument/2006/relationships/notesMaster" Target="/ppt/notesMasters/notesMaster1.xml" Id="R8b9ad591e2c64d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29d0b562e44cbe" /><Relationship Type="http://schemas.openxmlformats.org/officeDocument/2006/relationships/notesMaster" Target="/ppt/notesMasters/notesMaster1.xml" Id="R5d4b8b959094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ab9a39c8047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99fcb805554eff" /><Relationship Type="http://schemas.openxmlformats.org/officeDocument/2006/relationships/slideLayout" Target="/ppt/slideLayouts/slideLayout1.xml" Id="Rcf810647c7f547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10647c7f547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c5a1caccb4ef6" /><Relationship Type="http://schemas.openxmlformats.org/officeDocument/2006/relationships/notesSlide" Target="/ppt/notesSlides/notesSlide1.xml" Id="R4482044e5a594a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c2069fe504ca0" /><Relationship Type="http://schemas.openxmlformats.org/officeDocument/2006/relationships/notesSlide" Target="/ppt/notesSlides/notesSlide2.xml" Id="R3483474a1483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986eda092482f" /><Relationship Type="http://schemas.openxmlformats.org/officeDocument/2006/relationships/notesSlide" Target="/ppt/notesSlides/notesSlide3.xml" Id="Re6e4c2d76ebe43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120de75624a25" /><Relationship Type="http://schemas.openxmlformats.org/officeDocument/2006/relationships/notesSlide" Target="/ppt/notesSlides/notesSlide4.xml" Id="Rbb0d468a29504c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322a55bc34918" /><Relationship Type="http://schemas.openxmlformats.org/officeDocument/2006/relationships/notesSlide" Target="/ppt/notesSlides/notesSlide5.xml" Id="Rcf080e311d614d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a8a795c4e476e" /><Relationship Type="http://schemas.openxmlformats.org/officeDocument/2006/relationships/notesSlide" Target="/ppt/notesSlides/notesSlide6.xml" Id="Ra39e06d67a9841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dbf9e9e14452e" /><Relationship Type="http://schemas.openxmlformats.org/officeDocument/2006/relationships/notesSlide" Target="/ppt/notesSlides/notesSlide7.xml" Id="Re409221581d340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0e5ff4bcc4d90" /><Relationship Type="http://schemas.openxmlformats.org/officeDocument/2006/relationships/notesSlide" Target="/ppt/notesSlides/notesSlide8.xml" Id="Rd5aa0cbd2ecc44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045A8-3E10-4DF9-A107-4D1FCF91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D53AF-EE17-4F90-99FC-081738C0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CE760-CEF8-4F44-8113-3181CF67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SPRINT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58C18-3988-4EFB-9CE4-E3C0A9D5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857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Integracion segura Cathering + Foodies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E00DB-A56D-47EC-953E-A45FC5BA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Keycloak para identidad, SSO y MFA; LocalStack/AWS KMS para trama cifrada A -&gt; 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EA09B-1A4C-423A-BEAF-2508F15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C7EDA-E164-43D2-B784-54414213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Autenticacion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69411-725A-4242-A83A-34073611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5762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67063-33FE-4395-9069-E08DC58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33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Autorizacion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713CC-8537-4A5B-9162-0579ED7D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5762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83615-414D-4DD9-B03A-9DAFEB1C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33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SSO + OTP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F4AFB-3393-4030-9810-3561BC0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67B9F-3574-491E-B524-30F7BCB9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D1EE8-00AE-474B-9359-5A991509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ISWZ3206 - Desarrollo de Software Seguro</a:t>
            </a:r>
          </a:p>
        </p:txBody>
      </p:sp>
    </p:spTree>
    <p:extLst>
      <p:ext uri="{BB962C8B-B14F-4D97-AF65-F5344CB8AC3E}">
        <p14:creationId xmlns:p14="http://schemas.microsoft.com/office/powerpoint/2010/main" val="13573275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0668F-7A3E-4EB6-A1B7-F2D570F2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8C596-3596-402D-8FE0-1334B3E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BC16D-2ECA-4856-81E8-7B1E73F9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1FD9D-89DE-44CB-8423-1CDBD491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El incremento une dos sistemas web con una sesion y un canal cifrado.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BE068-9231-4DC3-928B-B1EB61EC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9D685-648F-4E09-A9CA-01BA1960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64866-237B-4539-B67F-4CFFBB89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9D06E-073E-46A8-BD35-BD079A04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Sistema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6B0D6-86BC-4EED-9EFD-860F437E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Cathering React + Node.js. Gestiona pedidos, billetera y sincronizacion hacia Foodies.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E6E19-390D-415F-A036-7752CBD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679D8-A4EF-4EEF-8B12-E80ED392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A2557-F608-4EA7-989D-FA05AB49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02BA7-2B5D-49E8-83E1-6E3928D5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2885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Keycloak realm proyecto-seguro. OIDC, PKCE, roles, usuarios demo y OTP requerido.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DFE42-3BDE-47F9-88E7-08922D62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D8A1B-A100-4260-BE18-A6AD33E1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507BD-44BC-43E4-870B-D0E338E6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Sistema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47C85-F6E4-4C8E-B1F1-344A1172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Foodies Angular + .NET 9. Gateway YARP y APIs protegidas por JWT/roles.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CDDA3-8062-4A9E-A5D0-F64EBE17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8D22E-E42D-404B-9677-B76BC658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574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B90C7-53F5-4B9F-A3DD-A76C4602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95750"/>
            <a:ext cx="695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87085-D49D-4619-A656-4A24627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95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F84190-493C-4038-B6AA-E37034B5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67200"/>
            <a:ext cx="659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Canal A -&gt;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1AB05-5467-4982-B583-619328B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10100"/>
            <a:ext cx="6591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Node cifra el payload con KMS en LocalStack. .NET recibe solo trama cifrada y descifra con KMS.</a:t>
            </a:r>
          </a:p>
        </p:txBody>
      </p:sp>
    </p:spTree>
    <p:extLst>
      <p:ext uri="{BB962C8B-B14F-4D97-AF65-F5344CB8AC3E}">
        <p14:creationId xmlns:p14="http://schemas.microsoft.com/office/powerpoint/2010/main" val="21045186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F8585-7414-445C-A488-DB9229F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22EBB-B843-41F1-B035-9D35E95A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4796E-1AE8-4752-8160-9CA028C8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06345-992D-49D8-9E91-44634CEB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Keycloak cubre autenticacion, SSO, MFA y federacion de usuarios.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E667E-D986-4B91-A766-04BB57B9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3B546-539D-4251-A414-C28E0EB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79791-D965-489F-873C-DCAF5362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CA46B-BAB8-4E2A-8A9E-A463085B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Autenticacion OIDC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36313-CB7E-41A8-BB40-5E21F512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Clientes publicos cathering-react y foodies-angular usan Authorization Code + PKCE.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7E976-546F-438E-A7AE-208C4BD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25542-4DFC-464B-9FB8-9109B4A2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6D30D-4139-46F5-8B91-DDD2E3A3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C43D8-7800-4DB0-98CD-546268B4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Ambas SPAs comparten el realm proyecto-seguro; la cookie del IdP mantiene la sesion transversal.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59B44-F1AB-4660-A7C3-FDAE664D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BC8E6-54C8-4BC0-9A93-8E03D0F3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E39A0-C08D-42A8-8984-858DCD35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Segundo factor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3B9E1-54F4-403A-8785-C08F4CFE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CONFIGURE_TOTP esta definido como required action por defecto; el usuario configura app movil OTP.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B78CD-16A8-4A84-8347-209446AD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D9F57-BC78-42D8-8771-5C3F6280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D0098-A5D0-4BD2-9681-06DCCA08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14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Federacion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8E1A0-E954-4D25-B820-9FF5A11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5760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claim sub de Keycloak se usa como identificador maestro entre SQLite, PostgreSQL y JWT.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BEF28-88E4-45FA-822E-7DE31607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0125"/>
            <a:ext cx="695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9302B-8A0F-44FC-AA45-0A845DC0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0125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06BE8-310B-459C-BB01-AEC7862A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81575"/>
            <a:ext cx="659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Usuarios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D71D2-7B14-4285-9843-09F79478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24475"/>
            <a:ext cx="659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 / Admin123!, foodie / Foodie123!, estudiante / Estudiante123!. Todos requieren TOTP al primer login.</a:t>
            </a:r>
          </a:p>
        </p:txBody>
      </p:sp>
    </p:spTree>
    <p:extLst>
      <p:ext uri="{BB962C8B-B14F-4D97-AF65-F5344CB8AC3E}">
        <p14:creationId xmlns:p14="http://schemas.microsoft.com/office/powerpoint/2010/main" val="514184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14CFB-437A-49E9-9DDD-3AD62A77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B27FE-3BBD-4CFE-A455-8D325252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D688C-50B5-448A-970A-A070FB13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AUTORIZACION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F8835-C02E-4C1C-A7A1-853C28FF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Los roles se validan en el borde y en las APIs internas.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AD4E8-D939-46B8-A70B-CC1688B3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E3246-A910-4BF0-8D96-0304490D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E4074-A6F2-47BC-AB4A-AC355760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2BD77-76C6-4873-AE0C-C06682CE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Roles centralizados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0CE1F-6ACF-497D-95E3-A6BC927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3067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admin, foodie, restaurante, estudiante, cafeteria y personal_academico viven en el realm.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53651-94DF-4ED0-B77B-1A969DA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A7CD2-78A5-4C2D-A850-A6937AD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0560E-6968-482A-AAF8-AE6036C0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JWT Keycloak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6E555-A77E-46EF-AEB4-00CB199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67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.NET extrae realm_access.roles y los transforma a ClaimTypes.Role para politicas nativas.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25C65-3EA3-4A10-B39B-9EC34107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69208-F73B-41DC-A1E8-8F913E2B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613E8-8370-4478-A5C6-E8B97B21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859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035F-005D-46AC-AEC1-EE4DDFC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3067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Endpoints administrativos como asignacion de roles requieren policy AdminOnly; usuarios sin rol reciben 403.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B2035-97E4-4DD6-BE66-60C1C739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 esperado: POST /api/users/{id}/roles exige admin.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777E4-9A8C-4CDF-89AE-3609F3C7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autorizacion ya no depende de usuarios locales ni passwords por sistema; depende de claims emitidos por el IdP.</a:t>
            </a:r>
          </a:p>
        </p:txBody>
      </p:sp>
    </p:spTree>
    <p:extLst>
      <p:ext uri="{BB962C8B-B14F-4D97-AF65-F5344CB8AC3E}">
        <p14:creationId xmlns:p14="http://schemas.microsoft.com/office/powerpoint/2010/main" val="17313695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2F8C4-317C-4349-B441-D76D0983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3BA55-C227-435C-93F3-FD94504B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5866A-9FF0-42B3-80B0-25869887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1B6D0-F32C-4F80-81AE-414F4A0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comunicacion A -&gt; B viaja como trama cifrada, no como JSON legible.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632C6-9CC8-4E2A-8BD2-28F562DC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B63E9-F1A4-4B0A-927D-9CB00574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6860E-9F30-4AD0-B60F-3B0D54B6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399A4-094C-4822-854F-120E8A15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Node arma payload con sub, username, roles y datos de negocio.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31B7E-6447-4D87-8D82-A859D370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6217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EC87F-FC17-4AC3-8DF3-6BE477E8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C3BC8-CAE3-4B17-9632-7C7D15D7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383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F44F7-29C7-42FC-BD2F-37235F5E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KMS cifra el payload y devuelve ciphertext Base64.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4103F-1CD3-4463-879D-B53C189E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6217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D786A-5116-42D4-ACFE-DDA2B70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9D896-E963-457E-8D16-363252D6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1A99F-54D0-4F99-8BA0-972A50BB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1462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Node envia envelope a /integration/cathering con Bearer JWT.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883BE-F02F-4BD3-86E7-2706A903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6217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991C3-266C-40AF-AB5D-82BA29E4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60262-0C69-44DA-89F8-F26DF130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4D24D-F7F8-4B18-83FC-B630B4FB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1462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.NET rechaza texto plano y descifra con KMS antes de procesar.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90A30-6B30-42C1-AE7E-92813302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D8802-FCCB-4213-B404-3734BD24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2D906-E7F4-4BEA-BF12-3A77EF25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33950"/>
            <a:ext cx="821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ejecutada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CF3FB-7AF4-4DDA-A11C-C20788C4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76850"/>
            <a:ext cx="821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Smoke test: LocalStack KMS creo KeyId 9cf2e269..., encryptedLength=220 y decrypt retorno actionType SMOKE_KMS_AFTER_FIX.</a:t>
            </a:r>
          </a:p>
        </p:txBody>
      </p:sp>
    </p:spTree>
    <p:extLst>
      <p:ext uri="{BB962C8B-B14F-4D97-AF65-F5344CB8AC3E}">
        <p14:creationId xmlns:p14="http://schemas.microsoft.com/office/powerpoint/2010/main" val="4888189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212384-1FD1-4FF8-81EE-B8150069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2E1C3-04A5-4FB9-9EE2-6CEFE666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77408-B07C-4250-8A36-E2132A9D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53716-F3D8-485C-94D1-D528BA9D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El proyecto cabe en un sprint de 8 horas con entregas verificables.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BD446-EF4C-4583-A049-EC245E4C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F899C-3C9B-4A30-B74E-49C5E5F2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Horas 1-2.5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6EC6B-72DA-4494-9924-F3256F03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145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1A30F-9406-4A30-A135-4478AA32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14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6AA8C-D10F-4EA7-887F-1BCC6BA9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85950"/>
            <a:ext cx="744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Infraestructura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53A24-EAA7-4F68-A8A9-0CFAB0FB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28850"/>
            <a:ext cx="7448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Compose: PostgreSQL, Keycloak y LocalStack KMS.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25270-48AA-4BE0-9694-7A6B94CB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Horas 2.5-5.5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7F47C-19AB-4B45-83F6-F4CFD02F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0375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901AA-0DE5-4189-A0E3-D8292B75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037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AE52A-BF58-454D-8DA4-81908793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71825"/>
            <a:ext cx="744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DFE32-8801-4474-A045-B815F3AF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14725"/>
            <a:ext cx="7448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Realm, clientes, roles, OTP, validacion JWT y policy AdminOnly.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0DA0C-37F0-4C20-9211-C26C3800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Horas 5.5-8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01D0C-9D68-4F20-8887-F2B45E54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4B8B6-5EB4-4D97-AE09-5382C25C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BF1EB-45A8-4BA6-A70F-6A04034C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57700"/>
            <a:ext cx="744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58616-FC9E-4357-8F58-A06D4782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00600"/>
            <a:ext cx="7448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Ruta A -&gt; B cifrada, build, audit y presentacion de cierre.</a:t>
            </a:r>
          </a:p>
        </p:txBody>
      </p:sp>
    </p:spTree>
    <p:extLst>
      <p:ext uri="{BB962C8B-B14F-4D97-AF65-F5344CB8AC3E}">
        <p14:creationId xmlns:p14="http://schemas.microsoft.com/office/powerpoint/2010/main" val="1560926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B1489-7A53-44B9-B726-84AA8747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DBD93-1E32-4AD6-A285-9BA34EA4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2F7F0-2C0C-4572-8A00-F5DFE8C2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VERIFICACION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87811-4448-480A-9B7B-D8A75727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solucion se ejecuto y se midieron brechas de seguridad.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AB37B-8D08-4E62-B129-C58B28E8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7AAB5-7883-4DBB-8E27-39561416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0A3A6-9642-4475-8526-4D408EE5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079B8-613F-44B2-AA3C-2B190D9A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90923-230D-49EC-983F-7455C7CA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59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keycloak_server, postgres_cloak y localstack_aws quedaron Up. Keycloak well-known respondio 200.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56AC2-FB74-470B-8FF8-5DA34E45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132E7-7F4B-4B8F-9B7C-7300AFF0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41114-3D2D-4389-8775-C542A975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9125E-AD76-43BB-B241-175383B3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59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GatewayApi, UsersApi, ReservasApi, AdminCoreApi y FormularioFoodieApi: build correcto, 0 errores.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3ACE2-32D3-448C-A37F-8DE5EBC9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137F3-3058-4D5A-A9A0-6CBE0550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E9E5B-87A9-4CCA-A32B-41EB3618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965A5-88F0-489E-BBC1-DAC55703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459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npx ng build --configuration development: correcto, 18 rutas prerenderizadas.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39C1F-23B0-4E00-922F-72DBDFAA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61D0C-0574-41D2-8333-F28E3FD9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96F13-04FB-4A5F-B481-352F1BF8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14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Analisis estatico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51849-4BAA-4E2D-94C8-1426A1CA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57600"/>
            <a:ext cx="459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dotnet list package --vulnerable: sin paquetes vulnerables en APIs .NET. npm audit aplicado y documentado.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26F239-0416-4EEC-AF17-449023F6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0125"/>
            <a:ext cx="695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89C49-F6FF-48A2-ABB7-B7CFC277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0125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DDD00-D216-457C-99B1-810FA707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81575"/>
            <a:ext cx="659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Brechas residuales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B74CD-8867-46A1-96D5-8D24AEF8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24475"/>
            <a:ext cx="659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FoodiesFrontWEB: 4 bajas. order-service: 9 restantes requieren cambios rompientes en sqlite3/sequelize.</a:t>
            </a:r>
          </a:p>
        </p:txBody>
      </p:sp>
    </p:spTree>
    <p:extLst>
      <p:ext uri="{BB962C8B-B14F-4D97-AF65-F5344CB8AC3E}">
        <p14:creationId xmlns:p14="http://schemas.microsoft.com/office/powerpoint/2010/main" val="20325933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5CFCB0-6DF6-4182-BA00-63D83B6A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CCEC9-EC01-4379-AF63-E890DCA0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2F82D-4C82-46D9-8C57-3D462C7E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ETICA Y 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B3E2B-D3B3-40E5-B442-CF485A25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solucion reduce exposicion de datos sin automatizar decisiones sobre personas.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3BB22-3AE1-48AB-BF34-C8534E9E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E1541-D5EA-459A-A808-35BF3631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661A5-C615-4934-B8BA-2710422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E4613-0DB3-479C-B5DC-473935F6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Etica algoritmica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D8598-54B1-40BE-A9B3-EDCCD9E4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 hay scoring ni decision automatizada. Las reglas son explicitas: identidad, rol y autorizacion.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488C2-8F52-40AB-A935-F7E759C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E80AE-071A-466D-9313-C5A1F856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25408-D461-408F-AA86-75C450D9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8595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Discriminacion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B4A01-2FC1-4D29-9CE0-2411180A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Los roles deben auditarse periodicamente para evitar privilegios indebidos o exclusiones operativas.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6EF4E-6A55-4627-8EDB-B1B1C792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9795A-15ED-4304-8C81-3EC9A6E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C60F8-0769-4D76-850B-1102A22B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Privacidad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A3F8F-42F2-4A25-99AF-7B04FA84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payload sensible viaja cifrado; se recomienda minimizar campos y retener solo lo necesario.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AE9AF-A22C-44E6-802A-1E31C1E3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9FA84-4870-42EA-9747-3BADA1DB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4B643-5B91-44EE-B452-7AC0C777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052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CED89-D9A5-4D18-9EAD-D7E17F8C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481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demo cubre autenticacion, autorizacion, SSO, OTP, federacion y KMS A -&gt; B con evidencia local.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7972B-9646-484D-BC17-CC9F8ABD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Resultado: entregable funcional + presentacion de sprint review.</a:t>
            </a:r>
          </a:p>
        </p:txBody>
      </p:sp>
    </p:spTree>
    <p:extLst>
      <p:ext uri="{BB962C8B-B14F-4D97-AF65-F5344CB8AC3E}">
        <p14:creationId xmlns:p14="http://schemas.microsoft.com/office/powerpoint/2010/main" val="1926022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2026-06-29T14:38:10.2830000Z</dcterms:created>
  <dcterms:modified xsi:type="dcterms:W3CDTF">2026-06-29T14:38:10.2830000Z</dcterms:modified>
</coreProperties>
</file>